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SOCKET PROGRAMMING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 Auction Protocol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BAP</a:t>
            </a:r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1.0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bid-auction system, sharded across TCP client-proxy-server pairs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201168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Pomdet Foong  •  Kasetsart University, Computer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84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208483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design rationale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450592"/>
            <a:ext cx="4084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system, why TCP over UDP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70168" y="192024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20848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76008" y="208483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specification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76008" y="2450592"/>
            <a:ext cx="4084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BAP/1.0 — message families and status codes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5021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54480" y="350215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867912"/>
            <a:ext cx="4084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Proxy, Server, Registry, and how they fit together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0168" y="333756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98768" y="35021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76008" y="350215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76008" y="3867912"/>
            <a:ext cx="4084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Mutex, audit log, snapshot, lock file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9194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54480" y="491947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verification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285232"/>
            <a:ext cx="4084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design matches real traffic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70168" y="4754880"/>
            <a:ext cx="5272888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98768" y="49194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76008" y="491947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76008" y="5285232"/>
            <a:ext cx="4084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full system end to end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program does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bid auction system: multiple clients place monetary bids on numbered auction items over a network. At any moment, exactly one bid is recognized as the highest per item — the system either accepts a new leading bid, or rejects it.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sharded architecture rather than one monolithic server, to demonstrate horizontal scaling and dynamic service discovery — not just socket programming.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40880" y="1874520"/>
            <a:ext cx="4602175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60920" y="214884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60920" y="2514600"/>
            <a:ext cx="39620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"protocol": "BAP/1.0",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"client_name": "Alice",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"item_id": 42,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"bid_amount": 100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0920" y="4160520"/>
            <a:ext cx="3962095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4315968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BidResponse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4681728"/>
            <a:ext cx="39620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"status_code": 200,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"status_phrase": "OK - Bid Accepted"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characteristics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client-server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542032"/>
            <a:ext cx="22655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roles: Client, Proxy, Server, Registry — not peer-to-peer.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8698" y="196596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3018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74538" y="224028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by item range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74538" y="2542032"/>
            <a:ext cx="22655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IDs split into disjoint ranges; each range owned end-to-end by one Proxy/Server pair.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8757" y="196596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3077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63077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94597" y="224028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vs. stateful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94597" y="2542032"/>
            <a:ext cx="22655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route and validate only. Servers are the sole authority for bid state.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420624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discovery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507992"/>
            <a:ext cx="22655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register with a Registry at startup — nothing hardcoded between processes.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8698" y="39319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3018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4301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4538" y="420624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74538" y="4507992"/>
            <a:ext cx="22655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one response, per operation — not a streaming protocol.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8757" y="39319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3077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463077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94597" y="420624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state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94597" y="4507992"/>
            <a:ext cx="22655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Server writes an audit log and snapshot so state survives a restart.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layer: TCP, not UDP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B8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required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dropped bid means a client believes they bid when the server never saw it — unacceptable for a financial-style transaction.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4448" y="196596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6598768" y="2240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2834640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determines outcomes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98768" y="3200400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Bob's $150 is processed before Carol's $120 decides who wins. TCP preserves order on one connection; UDP does not.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06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error semantics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TCP's connection setup makes "unreachable" instantly distinguishable from "replied with an error" — the basis for the 503 status code.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24448" y="393192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/>
        </p:spPr>
      </p:sp>
      <p:sp>
        <p:nvSpPr>
          <p:cNvPr id="20" name="Shape 18"/>
          <p:cNvSpPr/>
          <p:nvPr/>
        </p:nvSpPr>
        <p:spPr>
          <a:xfrm>
            <a:off x="6598768" y="4206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B800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98768" y="4800600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small messages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98768" y="5166360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object per bid. TCP's slightly higher overhead vs. UDP costs nothing meaningful here.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PROTOCOL SPECIFICATION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the protocol: BAP/1.0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carries a protocol field — the same way an HTTP request line carries "HTTP/1.1" — so the protocol's identity is visible in every log line and packet capture.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64328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953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191256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Auction Protocol (BAP)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2880360"/>
            <a:ext cx="5364328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953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3048" y="3191256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— wire identifier "BAP/1.0"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364328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822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JSON, UTF-8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3749040"/>
            <a:ext cx="5364328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3822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53048" y="4059936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Newline-delimited (\n) over a TCP byte stream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364328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690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928616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Request-response, one reply per message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4617720"/>
            <a:ext cx="5364328" cy="685800"/>
          </a:xfrm>
          <a:prstGeom prst="roundRect">
            <a:avLst>
              <a:gd name="adj" fmla="val 10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53048" y="4690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53048" y="4928616"/>
            <a:ext cx="4815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 messages · Registry messages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bid finds its way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30175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7373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B800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9496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42976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4297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509760" y="42976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0" y="4297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3246120"/>
            <a:ext cx="2743200" cy="-1005840"/>
          </a:xfrm>
          <a:prstGeom prst="line">
            <a:avLst/>
          </a:prstGeom>
          <a:noFill/>
          <a:ln w="19050">
            <a:solidFill>
              <a:srgbClr val="5C6B8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520440" y="2596896"/>
            <a:ext cx="10058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item_id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3566160"/>
            <a:ext cx="2743200" cy="1051560"/>
          </a:xfrm>
          <a:prstGeom prst="line">
            <a:avLst/>
          </a:prstGeom>
          <a:noFill/>
          <a:ln w="19050">
            <a:solidFill>
              <a:srgbClr val="5C6B8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520440" y="3945636"/>
            <a:ext cx="10058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BidRequest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4681728"/>
            <a:ext cx="2286000" cy="0"/>
          </a:xfrm>
          <a:prstGeom prst="line">
            <a:avLst/>
          </a:prstGeom>
          <a:noFill/>
          <a:ln w="19050">
            <a:solidFill>
              <a:srgbClr val="5C6B8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863840" y="4535424"/>
            <a:ext cx="100584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562356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asks the Registry which Proxy owns the item, then sends the bid directly to that Proxy. The Proxy validates the range and forwards to its paired Server — the only process that holds the actual bid state.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PROTOCOL SPECIFICATION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 message family — fields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BidRequest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"BAP/1.0"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Bidder's display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being bid on (1-200)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bid_amount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BidResponse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4884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"BAP/1.0"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result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status_phrase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 paired with the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(opt.) item concerned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highest_bid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(opt.) current highest bid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highest_bidder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(opt.) current highest bidder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07492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52578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BidRequest never decides accept/reject on its own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68680" y="5577840"/>
            <a:ext cx="10454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only checks item-range membership. The accept/reject decision requires the current highest bid — which only the owning Server holds.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PROTOCOL SPECIFICATION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 status codes — HTTP-style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364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128016" cy="1371600"/>
          </a:xfrm>
          <a:prstGeom prst="roundRect">
            <a:avLst/>
          </a:prstGeom>
          <a:solidFill>
            <a:srgbClr val="1D834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93976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83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2587752"/>
            <a:ext cx="21792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- Bid Accepted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21792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bid is now the highest on the item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965960"/>
            <a:ext cx="26364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7964" y="1965960"/>
            <a:ext cx="128016" cy="1371600"/>
          </a:xfrm>
          <a:prstGeom prst="roundRect">
            <a:avLst/>
          </a:prstGeom>
          <a:solidFill>
            <a:srgbClr val="B9770E"/>
          </a:solidFill>
          <a:ln/>
        </p:spPr>
      </p:sp>
      <p:sp>
        <p:nvSpPr>
          <p:cNvPr id="11" name="Text 9"/>
          <p:cNvSpPr/>
          <p:nvPr/>
        </p:nvSpPr>
        <p:spPr>
          <a:xfrm>
            <a:off x="3623996" y="2093976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23996" y="2587752"/>
            <a:ext cx="21792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- Bid Too Low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23996" y="2862072"/>
            <a:ext cx="21792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bid already exists for this item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364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7288" y="1965960"/>
            <a:ext cx="128016" cy="13716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3320" y="2093976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3320" y="2587752"/>
            <a:ext cx="21792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- Out Of Range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3320" y="2862072"/>
            <a:ext cx="21792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Proxy doesn't own the item's ID range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965960"/>
            <a:ext cx="26364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611" y="1965960"/>
            <a:ext cx="128016" cy="1371600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9262643" y="2093976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62643" y="2587752"/>
            <a:ext cx="21792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Unavailable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62643" y="2862072"/>
            <a:ext cx="21792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Proxy's paired Server is unreachable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success · 4xx client-side rejection · 5xx server-side failure — modeled deliberately on HTTP's status-code convention.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094415" cy="1874520"/>
          </a:xfrm>
          <a:prstGeom prst="roundRect">
            <a:avLst>
              <a:gd name="adj" fmla="val 390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wire — an accepted bid response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983480"/>
            <a:ext cx="104543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{"protocol":"BAP/1.0","status_code":200,"status_phrase":"OK - Bid Accepted",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"item_id":42,"highest_bid":100,"highest_bidder":"Alice"}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PROTOCOL SPECIFICATION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 message family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type, RegistryMessage, serves both operations — distinguished by its type field.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7434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"register" (sent by a Proxy) or "lookup" (sent by a Client)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proxy_id, low,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(register) Proxy's unique ID and the item range it owns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proxy_host, proxy_port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(register) Address the Proxy listens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(lookup) the item ID the Client wants to bid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343400"/>
            <a:ext cx="128016" cy="1371600"/>
          </a:xfrm>
          <a:prstGeom prst="roundRect">
            <a:avLst/>
          </a:prstGeom>
          <a:solidFill>
            <a:srgbClr val="1D8348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4471416"/>
            <a:ext cx="3119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83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04672" y="4965192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5239512"/>
            <a:ext cx="31190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Registered, or lookup found a match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07738" y="434340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7738" y="4343400"/>
            <a:ext cx="128016" cy="13716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13" name="Text 10"/>
          <p:cNvSpPr/>
          <p:nvPr/>
        </p:nvSpPr>
        <p:spPr>
          <a:xfrm>
            <a:off x="4563770" y="4471416"/>
            <a:ext cx="3119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563770" y="4965192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63770" y="5239512"/>
            <a:ext cx="31190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Proxy registered for this item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66837" y="434340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66837" y="4343400"/>
            <a:ext cx="128016" cy="1371600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8322869" y="4471416"/>
            <a:ext cx="3119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322869" y="4965192"/>
            <a:ext cx="311901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322869" y="5239512"/>
            <a:ext cx="311901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message type field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PROTOCOL SPECIFICATION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bids, one item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42, owned by Proxy 1 / Server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0" cy="2834640"/>
          </a:xfrm>
          <a:prstGeom prst="line">
            <a:avLst/>
          </a:prstGeom>
          <a:noFill/>
          <a:ln w="25400">
            <a:solidFill>
              <a:srgbClr val="3A43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bids $100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4871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 has no bid yet on item 42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1031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3957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- Bid Accepted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bids $150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8587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Alice's current $100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34747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767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83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- Bid Accepted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846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bids $120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52303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Bob's current $150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48463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51389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77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 Conflict - Bid Too Low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four responsibilities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67864" cy="3566160"/>
          </a:xfrm>
          <a:prstGeom prst="roundRect">
            <a:avLst>
              <a:gd name="adj" fmla="val 284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1092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21092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202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110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bids without ever needing to know the topology — asks the Registry first.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824" y="1965960"/>
            <a:ext cx="2567864" cy="3566160"/>
          </a:xfrm>
          <a:prstGeom prst="roundRect">
            <a:avLst>
              <a:gd name="adj" fmla="val 2849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3276" y="2103120"/>
            <a:ext cx="822960" cy="82296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426327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73704" y="3108960"/>
            <a:ext cx="2202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3611880"/>
            <a:ext cx="2110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service. Proxies register their range; Clients look up who owns an item.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1965960"/>
            <a:ext cx="2567864" cy="3566160"/>
          </a:xfrm>
          <a:prstGeom prst="roundRect">
            <a:avLst>
              <a:gd name="adj" fmla="val 284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0546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054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15888" y="3108960"/>
            <a:ext cx="2202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61608" y="3611880"/>
            <a:ext cx="2110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router. Validates the item range, forwards to its paired Server.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75191" y="1965960"/>
            <a:ext cx="2567864" cy="3566160"/>
          </a:xfrm>
          <a:prstGeom prst="roundRect">
            <a:avLst>
              <a:gd name="adj" fmla="val 2849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47643" y="2103120"/>
            <a:ext cx="822960" cy="82296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1" name="Text 19"/>
          <p:cNvSpPr/>
          <p:nvPr/>
        </p:nvSpPr>
        <p:spPr>
          <a:xfrm>
            <a:off x="9947643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58071" y="3108960"/>
            <a:ext cx="2202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03791" y="3611880"/>
            <a:ext cx="21106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authority. Owns the highest-bid data for its shard, decides accept/reject.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INTEGRITY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delivers bytes. It doesn't protect state.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guarantees bytes arrive correctly and in order. It says nothing about crashes, race conditions, or duplicate processes — that's the application's job.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624328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971800"/>
            <a:ext cx="4084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read-decide-write on the highest bid, preventing two concurrent bids from racing on the same item.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70168" y="242316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8768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98768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84568" y="2624328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84568" y="2971800"/>
            <a:ext cx="4084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bid decision — accepted or rejected — is appended to a .txt log for a durable record.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4407408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4084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is rewritten to disk after every accepted bid, and reloaded automatically on restart.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70168" y="4206240"/>
            <a:ext cx="5272888" cy="1554480"/>
          </a:xfrm>
          <a:prstGeom prst="roundRect">
            <a:avLst>
              <a:gd name="adj" fmla="val 47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98768" y="4434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98768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84568" y="4407408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file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84568" y="4754880"/>
            <a:ext cx="4084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PID-based lock stops two Server processes from ever owning the same shard at once.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WIRESHARK 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just a claim</a:t>
            </a:r>
            <a:endParaRPr lang="en-US" sz="3400" dirty="0"/>
          </a:p>
        </p:txBody>
      </p:sp>
      <p:pic>
        <p:nvPicPr>
          <p:cNvPr id="4" name="Image 0" descr="/mnt/user-data/uploads/178783474454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92240" cy="42245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E2761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635240" y="1947672"/>
            <a:ext cx="109728" cy="109728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80136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3-way handshake (SYN / SYN-ACK / ACK) on every connection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635240" y="2935224"/>
            <a:ext cx="109728" cy="109728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7889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TCP connections per bid: Client-Registry, Client-Proxy, Proxy-Server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3922776"/>
            <a:ext cx="109728" cy="109728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7764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is short-lived — opened, used once, closed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4910328"/>
            <a:ext cx="109728" cy="109728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476402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are plaintext JSON carrying "protocol":"BAP/1.0"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WIRESHARK 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BAP/1.0 actually lives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FB8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20116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BAP/1.0 — our own JSON message design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30632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— 3-way handshake, ports, in-order delivery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4114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— destination 127.0.0.1 (same host)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141B4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663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5166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interface (lo) — no physical NIC involved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230575" cy="3977640"/>
          </a:xfrm>
          <a:prstGeom prst="roundRect">
            <a:avLst>
              <a:gd name="adj" fmla="val 2264"/>
            </a:avLst>
          </a:prstGeom>
          <a:solidFill>
            <a:srgbClr val="141B4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WebSocket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0" y="2514600"/>
            <a:ext cx="2926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needs an HTTP Upgrade handshake (101 Switching Protocols) and its own binary frame format (RFC 6455) after the TCP handshake. BAP/1.0 skips both — it's raw TCP socket programming with a custom JSON protocol on top, nothing more.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579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has no heartbeat/TTL — a crashed Proxy stays "registered" until restarted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0266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83464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state itself isn't persisted — a Registry restart requires all Proxies to re-register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89534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70332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lock only checks PIDs on the same machine — no cross-host guarantee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7640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57200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are append-only and unbounded — no rotation yet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6327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544068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writes happen on every accepted bid — fine at this scale, would need batching under very high load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next — BAP/1.0 running end to end over TCP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8288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Pomdet Foong  •  github.com/chrisfoong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2026-08-28T08:31:40Z</dcterms:created>
  <dcterms:modified xsi:type="dcterms:W3CDTF">2026-08-28T08:31:40Z</dcterms:modified>
</cp:coreProperties>
</file>